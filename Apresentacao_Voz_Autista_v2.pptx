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1A1A"/>
                </a:solidFill>
                <a:latin typeface="Segoe UI"/>
              </a:defRPr>
            </a:pPr>
            <a:r>
              <a:t>Voz Autista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031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Segoe UI"/>
              </a:defRPr>
            </a:pPr>
            <a:r>
              <a:t>Dispositivo de Comunicação Assistiva para Pessoas com Autismo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Edição Maker  •  Arduino Uno R3  •  Abril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Projeto de Prototipação de Hardware — Documento Técnico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Segoe UI"/>
              </a:defRPr>
            </a:pPr>
            <a: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O Voz Autista é um dispositivo de comunicação assistiva projetado para pessoas com Transtorno do Espectro Autista (TEA). O usuário navega por categorias de palavras e frases pré-definidas e reproduz o áudio correspondente através de um alto-falante.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3383280" cy="2560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3383280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  <a:latin typeface="Segoe UI"/>
              </a:defRPr>
            </a:pPr>
            <a:r>
              <a:t>Público-Alvo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Crianças e adultos com TEA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Cuidadores e terapeutas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Profissionais de saúde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3017520"/>
            <a:ext cx="3383280" cy="2560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3017520"/>
            <a:ext cx="33832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9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Segoe UI"/>
              </a:defRPr>
            </a:pPr>
            <a:r>
              <a:t>Funcionalidades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3 categorias de palavras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Reprodução de áudio MP3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Display LCD 16x2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5 botões coloridos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017520"/>
            <a:ext cx="3383280" cy="2560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20"/>
            <a:ext cx="3383280" cy="50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5100"/>
                </a:solidFill>
                <a:latin typeface="Segoe UI"/>
              </a:defRPr>
            </a:pPr>
            <a:r>
              <a:t>Diferenciais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Baixo custo (~R$80)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Open-source e replicável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Case imprimível em 3D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•  Simulação online (Wokwi)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Segoe UI"/>
              </a:defRPr>
            </a:pPr>
            <a:r>
              <a:t>Arquitetura</a:t>
            </a:r>
          </a:p>
        </p:txBody>
      </p:sp>
      <p:pic>
        <p:nvPicPr>
          <p:cNvPr id="20" name="Picture 19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70686"/>
            <a:ext cx="3840480" cy="18690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Circuito Elétrico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ircuit_frit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132320" cy="3844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Segoe UI"/>
              </a:defRPr>
            </a:pPr>
            <a:r>
              <a:t>Lista de Materiais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554480"/>
            <a:ext cx="109728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1x  Arduino Uno R3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1x  LCD 16x2 I2C (endereço 0x27)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1x  DFPlayer Mini MP3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1x  Cartão microSD FAT32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1x  Alto-falante 8Ω 0.5W 40mm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5x  Botão push 12mm (5 cores)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1x  Resistor 1kΩ</a:t>
            </a:r>
          </a:p>
          <a:p>
            <a:pPr>
              <a:spcAft>
                <a:spcPts val="5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~20x Cabos jumper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Segoe UI"/>
              </a:defRPr>
            </a:pPr>
            <a:r>
              <a:t>Pinagem Principal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480560"/>
            <a:ext cx="109728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4663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D2-D6     5 Botões → GND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D10-D11   DFPlayer (Serial)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A4-A5     LCD (I2C)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5V / GND  Alimentação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6692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Economia: resistores pull-down removidos.</a:t>
            </a:r>
            <a:br/>
            <a:r>
              <a:t>O código usa INPUT_PULLUP interno do Arduino.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Simulação no Wokwi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Simulador online gratuito que permite testar o circuito completo sem hardware físico. O DFPlayer Mini foi substituído por um buzzer para simulação de áudio.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Aspecto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6552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Simulação (Wokwi)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8704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Hardware Real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47A1"/>
                </a:solidFill>
                <a:latin typeface="Segoe UI"/>
              </a:defRPr>
            </a:pPr>
            <a:r>
              <a:t>Áudio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Buzzer com tons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8704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DFPlayer Mini + alto-falante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52928"/>
            <a:ext cx="10515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47A1"/>
                </a:solidFill>
                <a:latin typeface="Segoe UI"/>
              </a:defRPr>
            </a:pPr>
            <a:r>
              <a:t>Pinos áudio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D9 (buzzer)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2898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D10/D11 (SoftwareSerial)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36976"/>
            <a:ext cx="1051560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282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47A1"/>
                </a:solidFill>
                <a:latin typeface="Segoe UI"/>
              </a:defRPr>
            </a:pPr>
            <a:r>
              <a:t>Cartão 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82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Não necessário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32826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microSD FAT32 com MP3s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21024"/>
            <a:ext cx="10515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66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47A1"/>
                </a:solidFill>
                <a:latin typeface="Segoe UI"/>
              </a:defRPr>
            </a:pPr>
            <a:r>
              <a:t>Alimentação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666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Simulada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3666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USB ou bateria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Segoe UI"/>
              </a:defRPr>
            </a:pPr>
            <a:r>
              <a:t>Categorias Programadas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754880"/>
            <a:ext cx="109728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5029200"/>
            <a:ext cx="338328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338328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166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Segoe UI"/>
              </a:defRPr>
            </a:pPr>
            <a:r>
              <a:t>Necessidades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532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Eu quero, Comer, Beber, Banheiro, Dormir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59" y="5029200"/>
            <a:ext cx="3383280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80559" y="5029200"/>
            <a:ext cx="338328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59" y="5166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Segoe UI"/>
              </a:defRPr>
            </a:pPr>
            <a:r>
              <a:t>Sentimentos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59" y="5532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Feliz, Triste, Bravo, Calmo, Assustado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5029200"/>
            <a:ext cx="338328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5029200"/>
            <a:ext cx="3383280" cy="381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5166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  <a:latin typeface="Segoe UI"/>
              </a:defRPr>
            </a:pPr>
            <a:r>
              <a:t>Ações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532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Brincar, Ajuda, Sair, Entrar, Ouvir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Case para Impressão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ase_top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94" y="1188720"/>
            <a:ext cx="5122506" cy="4114800"/>
          </a:xfrm>
          <a:prstGeom prst="rect">
            <a:avLst/>
          </a:prstGeom>
        </p:spPr>
      </p:pic>
      <p:pic>
        <p:nvPicPr>
          <p:cNvPr id="6" name="Picture 5" descr="case_lat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760720" cy="1578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Segoe UI"/>
              </a:defRPr>
            </a:pPr>
            <a:r>
              <a:t>Dimensões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3657600"/>
            <a:ext cx="91440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37947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Externo:   175 x 115 x 47 mm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Interno:   170 x 110 x 42 mm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Parede:    2.5 mm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Peso:      ~70-80g (PLA)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Segoe UI"/>
              </a:defRPr>
            </a:pPr>
            <a:r>
              <a:t>Impressão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3657600"/>
            <a:ext cx="91440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37947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Material:    PLA ou PETG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Layer:       0.2 mm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Infill:      20-25%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Suportes:    Não necessários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Tempo:       ~5-7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303520"/>
            <a:ext cx="196596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5376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Segoe UI"/>
              </a:defRPr>
            </a:pPr>
            <a:r>
              <a:t>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56692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Suportes para Arduino Uno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Aberturas USB, jack, SD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4 pilares M3 para fixação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5303520"/>
            <a:ext cx="196596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5376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Segoe UI"/>
              </a:defRPr>
            </a:pPr>
            <a:r>
              <a:t>Tampa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6692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Janela LCD 72x25 mm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5 furos para botões (14mm)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Grade alto-falante (40mm)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5303520"/>
            <a:ext cx="196596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78440" y="53766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56692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Paramétrico (OpenSCAD)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Visualização 3D em HTML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Segoe UI"/>
              </a:defRPr>
            </a:pPr>
            <a:r>
              <a:t>•  Exportação STL inclusa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Correções Aplicadas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Segoe UI"/>
              </a:defRPr>
            </a:pPr>
            <a:r>
              <a:t>3 problemas críticos identificados e corrigidos no projeto original.</a:t>
            </a:r>
          </a:p>
        </p:txBody>
      </p:sp>
      <p:pic>
        <p:nvPicPr>
          <p:cNvPr id="6" name="Picture 5" descr="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858000" cy="23016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737360"/>
            <a:ext cx="4114800" cy="1463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1737360"/>
            <a:ext cx="109728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1755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CRÍTICO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Pull-Up vs Pull-Down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8483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Botões nunca seriam detectados.</a:t>
            </a:r>
            <a:br/>
            <a:r>
              <a:t>Circuito usava pull-down mas código usava INPUT_PULLUP.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06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Solução: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7D32"/>
                </a:solidFill>
                <a:latin typeface="Segoe UI"/>
              </a:defRPr>
            </a:pPr>
            <a:r>
              <a:t>Removidos resistores 10kΩ.</a:t>
            </a:r>
            <a:br/>
            <a:r>
              <a:t>Botões conectam pino → GND.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383280"/>
            <a:ext cx="4114800" cy="1463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0" y="3383280"/>
            <a:ext cx="1097280" cy="2743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34015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FUNCIONAL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401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DFPlayer Desativado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7307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Código do DFPlayer estava comentado.</a:t>
            </a:r>
            <a:br/>
            <a:r>
              <a:t>Dispositivo mudo — sem áudio.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251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Solução: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2519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7D32"/>
                </a:solidFill>
                <a:latin typeface="Segoe UI"/>
              </a:defRPr>
            </a:pPr>
            <a:r>
              <a:t>Ativado com biblioteca DFRobot.</a:t>
            </a:r>
            <a:br/>
            <a:r>
              <a:t>Adicionada detecção de erro.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5029200"/>
            <a:ext cx="4114800" cy="1463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0" y="5029200"/>
            <a:ext cx="1097280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20" y="50474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LATENTE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5047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Segoe UI"/>
              </a:defRPr>
            </a:pPr>
            <a:r>
              <a:t>Tipo de millis()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37667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Variável long com sinal.</a:t>
            </a:r>
            <a:br/>
            <a:r>
              <a:t>Overflow após ~25 dias de uso.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5897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Segoe UI"/>
              </a:defRPr>
            </a:pPr>
            <a:r>
              <a:t>Solução: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8978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7D32"/>
                </a:solidFill>
                <a:latin typeface="Segoe UI"/>
              </a:defRPr>
            </a:pPr>
            <a:r>
              <a:t>Alterado para unsigned long.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Montagem Passo a Passo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011680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Segoe UI"/>
              </a:defRPr>
            </a:pPr>
            <a:r>
              <a:t>1. Imprimir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7315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Base + Tampa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PLA/PETG, 0.2mm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~5-7 horas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2011680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Segoe UI"/>
              </a:defRPr>
            </a:pPr>
            <a:r>
              <a:t>2. Eletrônica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423160"/>
            <a:ext cx="7315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Arduino + LCD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DFPlayer + Speaker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5 Botões coloridos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011680"/>
            <a:ext cx="2011680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Segoe UI"/>
              </a:defRPr>
            </a:pPr>
            <a:r>
              <a:t>3. Software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423160"/>
            <a:ext cx="7315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Arduino IDE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Upload do sketch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Bibliotecas I2C/DFP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011680"/>
            <a:ext cx="2011680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Segoe UI"/>
              </a:defRPr>
            </a:pPr>
            <a:r>
              <a:t>4. Teste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2423160"/>
            <a:ext cx="7315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LCD + Áudio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Checklist 13 itens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Serial Monitor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011680"/>
            <a:ext cx="2011680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Segoe UI"/>
              </a:defRPr>
            </a:pPr>
            <a:r>
              <a:t>5. Fechar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423160"/>
            <a:ext cx="7315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Tampa + Base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4x parafusos M3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  <a:latin typeface="Segoe UI"/>
              </a:defRPr>
            </a:pPr>
            <a:r>
              <a:t>•  Pronto para uso!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Segoe UI"/>
              </a:defRPr>
            </a:pPr>
            <a:r>
              <a:t>Dica: Use o Serial Monitor do Arduino IDE para depuração. O código exibe qual palavra está sendo reproduzida e o ID do arquivo MP3.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Segoe UI"/>
              </a:defRPr>
            </a:pPr>
            <a:r>
              <a:t>Arquivos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520440" cy="4114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case_3d/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35204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rPr dirty="0" err="1"/>
              <a:t>case_voz_autista.scad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Modelo paramétrico completo do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3520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exportar_base.scad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Arquivo para exportar base em STL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35204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exportar_tampa.scad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Arquivo para exportar tampa em STL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3520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visualizar_case_3d.html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Visualização 3D interativa no navegador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371600"/>
            <a:ext cx="352044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wokwi_simulacao/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1965960"/>
            <a:ext cx="35204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sketch.ino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Código-fonte Arduino para simulação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651760"/>
            <a:ext cx="3520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diagram.json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Circuito montado para importar no Wokwi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337560"/>
            <a:ext cx="35204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wokwi.toml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Configuração do projeto Wokwi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4023360"/>
            <a:ext cx="3520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COMO_USAR.md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Instruções de uso passo a passo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1371600"/>
            <a:ext cx="352044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Documentação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965960"/>
            <a:ext cx="35204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Consolas"/>
              </a:defRPr>
            </a:pPr>
            <a:r>
              <a:t>Documento Técnico (PDF)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27 páginas de documentação completa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2651760"/>
            <a:ext cx="3520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Visão geral, BOM, esquema elétrico,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337560"/>
            <a:ext cx="35204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código-fonte, case 3D, montagem e testes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  <a:latin typeface="Segoe UI"/>
              </a:defRPr>
            </a:pPr>
            <a:r>
              <a:t>Voz Autista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651760"/>
            <a:ext cx="2103120" cy="25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Segoe UI"/>
              </a:defRPr>
            </a:pPr>
            <a:r>
              <a:t>Projeto completo, documentado e pronto para replicação.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219456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219456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Segoe UI"/>
              </a:defRPr>
            </a:pPr>
            <a: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Arduino + LCD + DFPlayer</a:t>
            </a:r>
            <a:br/>
            <a:r>
              <a:t>5 botões + alto-falante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3840480"/>
            <a:ext cx="219456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31920" y="3840480"/>
            <a:ext cx="219456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Segoe UI"/>
              </a:defRPr>
            </a:pPr>
            <a: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Código Arduino completo</a:t>
            </a:r>
            <a:br/>
            <a:r>
              <a:t>Simulação Wokwi inclusa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840480"/>
            <a:ext cx="219456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3840480"/>
            <a:ext cx="219456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Segoe UI"/>
              </a:defRPr>
            </a:pPr>
            <a:r>
              <a:t>Case 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Design paramétrico</a:t>
            </a:r>
            <a:br/>
            <a:r>
              <a:t>Pronto para impressão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59" y="3840480"/>
            <a:ext cx="219456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59" y="3840480"/>
            <a:ext cx="2194560" cy="381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39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79" y="4005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Segoe UI"/>
              </a:defRPr>
            </a:pPr>
            <a:r>
              <a:t>Documentação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39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27 páginas técnicas</a:t>
            </a:r>
            <a:br/>
            <a:r>
              <a:t>BOM + esquemas + testes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73E8"/>
                </a:solidFill>
                <a:latin typeface="Segoe UI"/>
              </a:defRPr>
            </a:pPr>
            <a:r>
              <a:t>Obrigado!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814</Words>
  <Application>Microsoft Office PowerPoint</Application>
  <PresentationFormat>Widescreen</PresentationFormat>
  <Paragraphs>173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dell08</cp:lastModifiedBy>
  <cp:revision>2</cp:revision>
  <dcterms:created xsi:type="dcterms:W3CDTF">2013-01-27T09:14:16Z</dcterms:created>
  <dcterms:modified xsi:type="dcterms:W3CDTF">2026-04-30T12:48:53Z</dcterms:modified>
  <cp:category/>
</cp:coreProperties>
</file>